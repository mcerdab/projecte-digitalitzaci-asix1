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ea4444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4ea4444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4ea4444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4ea4444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4ea44448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4ea44448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4ea44448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4ea44448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4ea44448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4ea44448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4ea44448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4ea44448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4ea44448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4ea44448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Digitalització d’un Taller Mecànic Connectat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Marc Cerdà Bonany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27/05/2026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Introducció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ca" sz="1700"/>
              <a:t>Aquest projecte té com a objectiu digitalitzar la gestió d’un taller mecànic mitjançant una solució formada per una pàgina web, una API i una base de dades MariaDB. 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ca" sz="1700"/>
              <a:t>L’objectiu d’aquest projecte és oferir una solució digital senzilla que permeti centralitzar tota aquesta informació en una base de dades i facilitar la gestió de cites mitjançant una pàgina web connectada a una API.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Model de dades</a:t>
            </a:r>
            <a:endParaRPr/>
          </a:p>
        </p:txBody>
      </p:sp>
      <p:pic>
        <p:nvPicPr>
          <p:cNvPr id="147" name="Google Shape;147;p15" title="Diagrama 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79025"/>
            <a:ext cx="8520602" cy="2259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Desenvolupament de la Solució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Web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Scripts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Creació de 3 contenidors del Docker, un per la BD, l’altre per l’API i l’últim per la Web.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Problemes i Solucions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L</a:t>
            </a:r>
            <a:r>
              <a:rPr lang="ca"/>
              <a:t>a creació dels contenidors Docker, ja que l’API Flask no disposava d’un Dockerfile correcte i el contenidor no es podia construir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Problemes de comunicació entre la web i l’API a causa de les polítiques CORS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/>
              <a:t>Demo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3">
            <a:alphaModFix/>
          </a:blip>
          <a:srcRect b="18613" l="0" r="0" t="0"/>
          <a:stretch/>
        </p:blipFill>
        <p:spPr>
          <a:xfrm>
            <a:off x="311700" y="1017725"/>
            <a:ext cx="8329273" cy="362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Conclusions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Connectar una API a través de Python a una base de dades.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Fer un docker per una API.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ca"/>
              <a:t>Com a reflexió final, </a:t>
            </a:r>
            <a:r>
              <a:rPr lang="ca"/>
              <a:t>m'hagués</a:t>
            </a:r>
            <a:r>
              <a:rPr lang="ca"/>
              <a:t> agradat tenir més temps per dedicar-li més hores i poder millorar més la pàgina web per fer-la més segura.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Preguntes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